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31"/>
  </p:normalViewPr>
  <p:slideViewPr>
    <p:cSldViewPr snapToGrid="0">
      <p:cViewPr>
        <p:scale>
          <a:sx n="19" d="100"/>
          <a:sy n="19" d="100"/>
        </p:scale>
        <p:origin x="384" y="9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4/3/26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8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121</TotalTime>
  <Words>491</Words>
  <Application>Microsoft Macintosh PowerPoint</Application>
  <PresentationFormat>Custom</PresentationFormat>
  <Paragraphs>19</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Benny Rochwerg</cp:lastModifiedBy>
  <cp:revision>127</cp:revision>
  <dcterms:created xsi:type="dcterms:W3CDTF">2026-04-04T03:02:54Z</dcterms:created>
  <dcterms:modified xsi:type="dcterms:W3CDTF">2026-04-04T05:04:18Z</dcterms:modified>
</cp:coreProperties>
</file>